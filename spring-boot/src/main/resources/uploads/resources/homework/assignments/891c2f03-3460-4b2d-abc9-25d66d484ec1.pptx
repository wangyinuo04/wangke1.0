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6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474" y="-11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B496-DE38-4538-B466-B9664C071805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93655-09B5-4B1F-B18F-43F54EB0F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91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B496-DE38-4538-B466-B9664C071805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93655-09B5-4B1F-B18F-43F54EB0F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206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B496-DE38-4538-B466-B9664C071805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93655-09B5-4B1F-B18F-43F54EB0F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930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B496-DE38-4538-B466-B9664C071805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93655-09B5-4B1F-B18F-43F54EB0F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318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B496-DE38-4538-B466-B9664C071805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93655-09B5-4B1F-B18F-43F54EB0F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12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B496-DE38-4538-B466-B9664C071805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93655-09B5-4B1F-B18F-43F54EB0F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12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B496-DE38-4538-B466-B9664C071805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93655-09B5-4B1F-B18F-43F54EB0F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361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B496-DE38-4538-B466-B9664C071805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93655-09B5-4B1F-B18F-43F54EB0F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740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B496-DE38-4538-B466-B9664C071805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93655-09B5-4B1F-B18F-43F54EB0F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126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B496-DE38-4538-B466-B9664C071805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93655-09B5-4B1F-B18F-43F54EB0F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744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B496-DE38-4538-B466-B9664C071805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93655-09B5-4B1F-B18F-43F54EB0F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328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B496-DE38-4538-B466-B9664C071805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93655-09B5-4B1F-B18F-43F54EB0F7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172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470A0-0A6E-E92E-F20F-6AA8109E9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8B4424D-B2F5-1A71-22C9-626AC1AE0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9080"/>
            <a:ext cx="6858000" cy="6067839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22E0C83-DFA5-43E7-F761-5FF781EDAA3F}"/>
              </a:ext>
            </a:extLst>
          </p:cNvPr>
          <p:cNvCxnSpPr>
            <a:cxnSpLocks/>
          </p:cNvCxnSpPr>
          <p:nvPr/>
        </p:nvCxnSpPr>
        <p:spPr>
          <a:xfrm>
            <a:off x="252224" y="3297960"/>
            <a:ext cx="635355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D3DDA89-AA75-3D78-69B5-1BDB6201A5E0}"/>
              </a:ext>
            </a:extLst>
          </p:cNvPr>
          <p:cNvCxnSpPr>
            <a:cxnSpLocks/>
          </p:cNvCxnSpPr>
          <p:nvPr/>
        </p:nvCxnSpPr>
        <p:spPr>
          <a:xfrm flipV="1">
            <a:off x="355600" y="2098040"/>
            <a:ext cx="5999480" cy="18796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5AADEB3-3C2F-CE75-F6E6-59D71221282E}"/>
              </a:ext>
            </a:extLst>
          </p:cNvPr>
          <p:cNvCxnSpPr>
            <a:cxnSpLocks/>
          </p:cNvCxnSpPr>
          <p:nvPr/>
        </p:nvCxnSpPr>
        <p:spPr>
          <a:xfrm flipV="1">
            <a:off x="421640" y="2742249"/>
            <a:ext cx="5933440" cy="8731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19CA992-EA7F-8DA8-97E9-F1C7E419AA56}"/>
              </a:ext>
            </a:extLst>
          </p:cNvPr>
          <p:cNvCxnSpPr>
            <a:cxnSpLocks/>
          </p:cNvCxnSpPr>
          <p:nvPr/>
        </p:nvCxnSpPr>
        <p:spPr>
          <a:xfrm>
            <a:off x="201424" y="4557800"/>
            <a:ext cx="635355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A9A72ABA-9E22-EB21-B6CD-96006D270BDA}"/>
              </a:ext>
            </a:extLst>
          </p:cNvPr>
          <p:cNvCxnSpPr>
            <a:cxnSpLocks/>
          </p:cNvCxnSpPr>
          <p:nvPr/>
        </p:nvCxnSpPr>
        <p:spPr>
          <a:xfrm>
            <a:off x="201424" y="6427240"/>
            <a:ext cx="635355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1EFAEF9-ABCA-8F11-BC48-75C4E49B4451}"/>
              </a:ext>
            </a:extLst>
          </p:cNvPr>
          <p:cNvCxnSpPr>
            <a:cxnSpLocks/>
          </p:cNvCxnSpPr>
          <p:nvPr/>
        </p:nvCxnSpPr>
        <p:spPr>
          <a:xfrm>
            <a:off x="637723" y="3918736"/>
            <a:ext cx="42211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3BD128A6-06AC-7A82-C818-1E11A0A9FB48}"/>
              </a:ext>
            </a:extLst>
          </p:cNvPr>
          <p:cNvSpPr txBox="1"/>
          <p:nvPr/>
        </p:nvSpPr>
        <p:spPr>
          <a:xfrm>
            <a:off x="653358" y="359581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归属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442BFBF-31AD-2286-7937-D98400E69C39}"/>
              </a:ext>
            </a:extLst>
          </p:cNvPr>
          <p:cNvSpPr txBox="1"/>
          <p:nvPr/>
        </p:nvSpPr>
        <p:spPr>
          <a:xfrm>
            <a:off x="665924" y="404420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构成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2D3DBF2-0363-299A-0B83-D67407E2A882}"/>
              </a:ext>
            </a:extLst>
          </p:cNvPr>
          <p:cNvCxnSpPr>
            <a:cxnSpLocks/>
          </p:cNvCxnSpPr>
          <p:nvPr/>
        </p:nvCxnSpPr>
        <p:spPr>
          <a:xfrm>
            <a:off x="708051" y="4370856"/>
            <a:ext cx="42211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F2583F8C-7CB5-F1D4-800A-8AE449BC56BB}"/>
              </a:ext>
            </a:extLst>
          </p:cNvPr>
          <p:cNvCxnSpPr>
            <a:cxnSpLocks/>
          </p:cNvCxnSpPr>
          <p:nvPr/>
        </p:nvCxnSpPr>
        <p:spPr>
          <a:xfrm>
            <a:off x="2562251" y="4777256"/>
            <a:ext cx="56702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F6F674B9-F961-F7F8-D349-BF17F9BEA66A}"/>
              </a:ext>
            </a:extLst>
          </p:cNvPr>
          <p:cNvSpPr txBox="1"/>
          <p:nvPr/>
        </p:nvSpPr>
        <p:spPr>
          <a:xfrm>
            <a:off x="3076098" y="459208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章节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11C1A87-6354-50B6-6C5A-EDC56A5D491F}"/>
              </a:ext>
            </a:extLst>
          </p:cNvPr>
          <p:cNvCxnSpPr>
            <a:cxnSpLocks/>
          </p:cNvCxnSpPr>
          <p:nvPr/>
        </p:nvCxnSpPr>
        <p:spPr>
          <a:xfrm>
            <a:off x="1835811" y="6651776"/>
            <a:ext cx="56702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E8C28C81-67E1-C754-1027-AE5CCCCECF34}"/>
              </a:ext>
            </a:extLst>
          </p:cNvPr>
          <p:cNvSpPr txBox="1"/>
          <p:nvPr/>
        </p:nvSpPr>
        <p:spPr>
          <a:xfrm>
            <a:off x="1410899" y="641818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章节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6C61F3E-D8FE-E94E-66FE-626A386B7863}"/>
              </a:ext>
            </a:extLst>
          </p:cNvPr>
          <p:cNvCxnSpPr>
            <a:cxnSpLocks/>
          </p:cNvCxnSpPr>
          <p:nvPr/>
        </p:nvCxnSpPr>
        <p:spPr>
          <a:xfrm flipV="1">
            <a:off x="201424" y="6876312"/>
            <a:ext cx="6404352" cy="7317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833158EA-4B31-71DD-9A0A-259A33E7DEBF}"/>
              </a:ext>
            </a:extLst>
          </p:cNvPr>
          <p:cNvCxnSpPr>
            <a:cxnSpLocks/>
          </p:cNvCxnSpPr>
          <p:nvPr/>
        </p:nvCxnSpPr>
        <p:spPr>
          <a:xfrm flipV="1">
            <a:off x="1835811" y="7147560"/>
            <a:ext cx="1334109" cy="5793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D03A524-C980-BDCE-FC7A-3ED876CC40F3}"/>
              </a:ext>
            </a:extLst>
          </p:cNvPr>
          <p:cNvCxnSpPr>
            <a:cxnSpLocks/>
          </p:cNvCxnSpPr>
          <p:nvPr/>
        </p:nvCxnSpPr>
        <p:spPr>
          <a:xfrm flipV="1">
            <a:off x="2655264" y="7635240"/>
            <a:ext cx="474016" cy="3761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565FCEA6-DFC8-99DC-0DAA-CC37DEFA7488}"/>
              </a:ext>
            </a:extLst>
          </p:cNvPr>
          <p:cNvSpPr txBox="1"/>
          <p:nvPr/>
        </p:nvSpPr>
        <p:spPr>
          <a:xfrm>
            <a:off x="3131978" y="751554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讨论回复</a:t>
            </a: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67F2EBD2-CEC9-CA6F-DB6B-3528EB255162}"/>
              </a:ext>
            </a:extLst>
          </p:cNvPr>
          <p:cNvCxnSpPr>
            <a:cxnSpLocks/>
          </p:cNvCxnSpPr>
          <p:nvPr/>
        </p:nvCxnSpPr>
        <p:spPr>
          <a:xfrm>
            <a:off x="708051" y="4835579"/>
            <a:ext cx="35178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19DAFB80-0952-FFC2-07E7-EC06946D4367}"/>
              </a:ext>
            </a:extLst>
          </p:cNvPr>
          <p:cNvCxnSpPr>
            <a:cxnSpLocks/>
          </p:cNvCxnSpPr>
          <p:nvPr/>
        </p:nvCxnSpPr>
        <p:spPr>
          <a:xfrm flipV="1">
            <a:off x="1621402" y="2455189"/>
            <a:ext cx="1507878" cy="6042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E60E49A5-350E-848D-9D62-98810A11ED58}"/>
              </a:ext>
            </a:extLst>
          </p:cNvPr>
          <p:cNvSpPr txBox="1"/>
          <p:nvPr/>
        </p:nvSpPr>
        <p:spPr>
          <a:xfrm>
            <a:off x="637722" y="451538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划分</a:t>
            </a: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672CBA6B-9525-E558-7EE3-3AB153343DC5}"/>
              </a:ext>
            </a:extLst>
          </p:cNvPr>
          <p:cNvCxnSpPr>
            <a:cxnSpLocks/>
          </p:cNvCxnSpPr>
          <p:nvPr/>
        </p:nvCxnSpPr>
        <p:spPr>
          <a:xfrm>
            <a:off x="740462" y="5302939"/>
            <a:ext cx="35178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190237E3-AF6C-EB27-778D-C4B1BF1A6639}"/>
              </a:ext>
            </a:extLst>
          </p:cNvPr>
          <p:cNvCxnSpPr>
            <a:cxnSpLocks/>
          </p:cNvCxnSpPr>
          <p:nvPr/>
        </p:nvCxnSpPr>
        <p:spPr>
          <a:xfrm>
            <a:off x="715062" y="5694099"/>
            <a:ext cx="35178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AD230464-C8AA-0CF3-F799-030A872E2F83}"/>
              </a:ext>
            </a:extLst>
          </p:cNvPr>
          <p:cNvCxnSpPr>
            <a:cxnSpLocks/>
          </p:cNvCxnSpPr>
          <p:nvPr/>
        </p:nvCxnSpPr>
        <p:spPr>
          <a:xfrm>
            <a:off x="715062" y="6181779"/>
            <a:ext cx="35178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E44D3899-9C42-1FE8-0689-F5A534D8CE0B}"/>
              </a:ext>
            </a:extLst>
          </p:cNvPr>
          <p:cNvSpPr txBox="1"/>
          <p:nvPr/>
        </p:nvSpPr>
        <p:spPr>
          <a:xfrm>
            <a:off x="672886" y="496750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布置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976789EF-6E55-E3AE-6054-2CEE1C43A357}"/>
              </a:ext>
            </a:extLst>
          </p:cNvPr>
          <p:cNvSpPr txBox="1"/>
          <p:nvPr/>
        </p:nvSpPr>
        <p:spPr>
          <a:xfrm>
            <a:off x="708051" y="535866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安排</a:t>
            </a: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DB682382-7F54-7887-1817-BC4517E3D44C}"/>
              </a:ext>
            </a:extLst>
          </p:cNvPr>
          <p:cNvCxnSpPr>
            <a:cxnSpLocks/>
          </p:cNvCxnSpPr>
          <p:nvPr/>
        </p:nvCxnSpPr>
        <p:spPr>
          <a:xfrm>
            <a:off x="2845765" y="5685995"/>
            <a:ext cx="36479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94E2749A-AF2B-B6F9-A04C-4AF261B9463F}"/>
              </a:ext>
            </a:extLst>
          </p:cNvPr>
          <p:cNvSpPr txBox="1"/>
          <p:nvPr/>
        </p:nvSpPr>
        <p:spPr>
          <a:xfrm>
            <a:off x="653358" y="5846345"/>
            <a:ext cx="507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发布</a:t>
            </a:r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04484811-DC7A-4325-350C-C76FED2B9D17}"/>
              </a:ext>
            </a:extLst>
          </p:cNvPr>
          <p:cNvCxnSpPr>
            <a:cxnSpLocks/>
          </p:cNvCxnSpPr>
          <p:nvPr/>
        </p:nvCxnSpPr>
        <p:spPr>
          <a:xfrm>
            <a:off x="708049" y="6709841"/>
            <a:ext cx="35178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41B90C69-7F20-45B9-4633-38AD7AE79DFF}"/>
              </a:ext>
            </a:extLst>
          </p:cNvPr>
          <p:cNvSpPr txBox="1"/>
          <p:nvPr/>
        </p:nvSpPr>
        <p:spPr>
          <a:xfrm>
            <a:off x="647618" y="637757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涵盖</a:t>
            </a: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01B8DFCA-F219-A007-AF93-DBE25C0979B5}"/>
              </a:ext>
            </a:extLst>
          </p:cNvPr>
          <p:cNvCxnSpPr>
            <a:cxnSpLocks/>
          </p:cNvCxnSpPr>
          <p:nvPr/>
        </p:nvCxnSpPr>
        <p:spPr>
          <a:xfrm>
            <a:off x="699844" y="7214817"/>
            <a:ext cx="35178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F79879DC-D201-D04F-ECF0-533CB75E4326}"/>
              </a:ext>
            </a:extLst>
          </p:cNvPr>
          <p:cNvSpPr txBox="1"/>
          <p:nvPr/>
        </p:nvSpPr>
        <p:spPr>
          <a:xfrm>
            <a:off x="637720" y="691990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组建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D08BBBF-978A-7D85-C704-F71DA6317557}"/>
              </a:ext>
            </a:extLst>
          </p:cNvPr>
          <p:cNvSpPr txBox="1"/>
          <p:nvPr/>
        </p:nvSpPr>
        <p:spPr>
          <a:xfrm>
            <a:off x="629515" y="735824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囊括</a:t>
            </a: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BBF78E5B-CF3C-B242-D1E4-530D7C558234}"/>
              </a:ext>
            </a:extLst>
          </p:cNvPr>
          <p:cNvCxnSpPr>
            <a:cxnSpLocks/>
          </p:cNvCxnSpPr>
          <p:nvPr/>
        </p:nvCxnSpPr>
        <p:spPr>
          <a:xfrm>
            <a:off x="681479" y="7679153"/>
            <a:ext cx="35178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CA8900FE-561C-5D01-E968-EAAB54F57E9F}"/>
              </a:ext>
            </a:extLst>
          </p:cNvPr>
          <p:cNvCxnSpPr>
            <a:cxnSpLocks/>
          </p:cNvCxnSpPr>
          <p:nvPr/>
        </p:nvCxnSpPr>
        <p:spPr>
          <a:xfrm flipV="1">
            <a:off x="1568220" y="3070623"/>
            <a:ext cx="1507878" cy="6042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7D4F3BFC-3597-626D-8577-B82365020620}"/>
              </a:ext>
            </a:extLst>
          </p:cNvPr>
          <p:cNvSpPr txBox="1"/>
          <p:nvPr/>
        </p:nvSpPr>
        <p:spPr>
          <a:xfrm>
            <a:off x="401596" y="7837037"/>
            <a:ext cx="38411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30.</a:t>
            </a:r>
            <a:r>
              <a:rPr lang="zh-CN" altLang="en-US" sz="1200" b="1" dirty="0">
                <a:solidFill>
                  <a:srgbClr val="FF0000"/>
                </a:solidFill>
              </a:rPr>
              <a:t>连接（</a:t>
            </a:r>
            <a:r>
              <a:rPr lang="en-US" altLang="zh-CN" sz="1200" b="1" dirty="0">
                <a:solidFill>
                  <a:srgbClr val="FF0000"/>
                </a:solidFill>
              </a:rPr>
              <a:t>1-n</a:t>
            </a:r>
            <a:r>
              <a:rPr lang="zh-CN" altLang="en-US" sz="1200" b="1" dirty="0">
                <a:solidFill>
                  <a:srgbClr val="FF0000"/>
                </a:solidFill>
              </a:rPr>
              <a:t>）：试卷</a:t>
            </a:r>
            <a:r>
              <a:rPr lang="en-US" altLang="zh-CN" sz="1200" b="1" dirty="0">
                <a:solidFill>
                  <a:srgbClr val="FF0000"/>
                </a:solidFill>
              </a:rPr>
              <a:t>-</a:t>
            </a:r>
            <a:r>
              <a:rPr lang="zh-CN" altLang="en-US" sz="1200" b="1" dirty="0">
                <a:solidFill>
                  <a:srgbClr val="FF0000"/>
                </a:solidFill>
              </a:rPr>
              <a:t>考试</a:t>
            </a:r>
          </a:p>
        </p:txBody>
      </p:sp>
    </p:spTree>
    <p:extLst>
      <p:ext uri="{BB962C8B-B14F-4D97-AF65-F5344CB8AC3E}">
        <p14:creationId xmlns:p14="http://schemas.microsoft.com/office/powerpoint/2010/main" val="4274630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AD42C0-39D2-9545-4166-ECE76E33F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344" y="0"/>
            <a:ext cx="6858000" cy="8710405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331109A-0556-5CE6-6121-FC139D97E28D}"/>
              </a:ext>
            </a:extLst>
          </p:cNvPr>
          <p:cNvCxnSpPr>
            <a:cxnSpLocks/>
          </p:cNvCxnSpPr>
          <p:nvPr/>
        </p:nvCxnSpPr>
        <p:spPr>
          <a:xfrm>
            <a:off x="658192" y="1002816"/>
            <a:ext cx="42211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C3986A68-14F8-20DA-2A04-93FF44E66A32}"/>
              </a:ext>
            </a:extLst>
          </p:cNvPr>
          <p:cNvSpPr txBox="1"/>
          <p:nvPr/>
        </p:nvSpPr>
        <p:spPr>
          <a:xfrm>
            <a:off x="597379" y="695040"/>
            <a:ext cx="543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维护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5A6BED1-FF7E-4D8A-65EA-F1E4CBBD791C}"/>
              </a:ext>
            </a:extLst>
          </p:cNvPr>
          <p:cNvCxnSpPr>
            <a:cxnSpLocks/>
          </p:cNvCxnSpPr>
          <p:nvPr/>
        </p:nvCxnSpPr>
        <p:spPr>
          <a:xfrm>
            <a:off x="175264" y="1978176"/>
            <a:ext cx="576833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5D2693C-507A-61E8-618B-72104DAB5FDE}"/>
              </a:ext>
            </a:extLst>
          </p:cNvPr>
          <p:cNvCxnSpPr>
            <a:cxnSpLocks/>
          </p:cNvCxnSpPr>
          <p:nvPr/>
        </p:nvCxnSpPr>
        <p:spPr>
          <a:xfrm flipV="1">
            <a:off x="271775" y="5019040"/>
            <a:ext cx="5996945" cy="7112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E205BEF-E15F-F890-9581-7B983EE01E8E}"/>
              </a:ext>
            </a:extLst>
          </p:cNvPr>
          <p:cNvCxnSpPr>
            <a:cxnSpLocks/>
          </p:cNvCxnSpPr>
          <p:nvPr/>
        </p:nvCxnSpPr>
        <p:spPr>
          <a:xfrm flipV="1">
            <a:off x="335280" y="3368040"/>
            <a:ext cx="2619343" cy="7825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2CC5FED3-4EE1-662A-5CEB-A5696817D50B}"/>
              </a:ext>
            </a:extLst>
          </p:cNvPr>
          <p:cNvSpPr txBox="1"/>
          <p:nvPr/>
        </p:nvSpPr>
        <p:spPr>
          <a:xfrm>
            <a:off x="3059432" y="1639017"/>
            <a:ext cx="2185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开设（操作时间，操作类型）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12BDC3F-B97D-E629-FA1C-A166CC625527}"/>
              </a:ext>
            </a:extLst>
          </p:cNvPr>
          <p:cNvCxnSpPr>
            <a:cxnSpLocks/>
          </p:cNvCxnSpPr>
          <p:nvPr/>
        </p:nvCxnSpPr>
        <p:spPr>
          <a:xfrm flipV="1">
            <a:off x="271775" y="4064372"/>
            <a:ext cx="2896263" cy="6566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34D76FC-84FA-8828-7637-723D470731B0}"/>
              </a:ext>
            </a:extLst>
          </p:cNvPr>
          <p:cNvCxnSpPr>
            <a:cxnSpLocks/>
          </p:cNvCxnSpPr>
          <p:nvPr/>
        </p:nvCxnSpPr>
        <p:spPr>
          <a:xfrm flipV="1">
            <a:off x="175264" y="4378960"/>
            <a:ext cx="6215376" cy="10197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1B24158-EC3C-FD41-091A-AD9D2AB6B5EB}"/>
              </a:ext>
            </a:extLst>
          </p:cNvPr>
          <p:cNvCxnSpPr>
            <a:cxnSpLocks/>
          </p:cNvCxnSpPr>
          <p:nvPr/>
        </p:nvCxnSpPr>
        <p:spPr>
          <a:xfrm>
            <a:off x="1994083" y="5695052"/>
            <a:ext cx="129140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2A51F01-81A4-232B-F10B-D6F468CF6D3D}"/>
              </a:ext>
            </a:extLst>
          </p:cNvPr>
          <p:cNvCxnSpPr>
            <a:cxnSpLocks/>
          </p:cNvCxnSpPr>
          <p:nvPr/>
        </p:nvCxnSpPr>
        <p:spPr>
          <a:xfrm flipV="1">
            <a:off x="2243328" y="6396715"/>
            <a:ext cx="1298448" cy="3734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CC4849D0-936C-D289-3591-3681B6A1029D}"/>
              </a:ext>
            </a:extLst>
          </p:cNvPr>
          <p:cNvCxnSpPr>
            <a:cxnSpLocks/>
          </p:cNvCxnSpPr>
          <p:nvPr/>
        </p:nvCxnSpPr>
        <p:spPr>
          <a:xfrm flipV="1">
            <a:off x="212933" y="7787640"/>
            <a:ext cx="6391067" cy="14924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E8F2545B-A126-CD44-6000-C2128A5D9D0B}"/>
              </a:ext>
            </a:extLst>
          </p:cNvPr>
          <p:cNvCxnSpPr>
            <a:cxnSpLocks/>
          </p:cNvCxnSpPr>
          <p:nvPr/>
        </p:nvCxnSpPr>
        <p:spPr>
          <a:xfrm>
            <a:off x="1717040" y="8221364"/>
            <a:ext cx="88434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D55372E0-28A4-2D92-5456-A3752EC62B23}"/>
              </a:ext>
            </a:extLst>
          </p:cNvPr>
          <p:cNvCxnSpPr>
            <a:cxnSpLocks/>
          </p:cNvCxnSpPr>
          <p:nvPr/>
        </p:nvCxnSpPr>
        <p:spPr>
          <a:xfrm>
            <a:off x="212933" y="5498616"/>
            <a:ext cx="576833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7FD45320-EB19-452F-0010-50CF1512A90B}"/>
              </a:ext>
            </a:extLst>
          </p:cNvPr>
          <p:cNvCxnSpPr>
            <a:cxnSpLocks/>
          </p:cNvCxnSpPr>
          <p:nvPr/>
        </p:nvCxnSpPr>
        <p:spPr>
          <a:xfrm flipV="1">
            <a:off x="376584" y="2565400"/>
            <a:ext cx="2682848" cy="3761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FB255B50-D500-96B3-1679-003888974F58}"/>
              </a:ext>
            </a:extLst>
          </p:cNvPr>
          <p:cNvCxnSpPr>
            <a:cxnSpLocks/>
          </p:cNvCxnSpPr>
          <p:nvPr/>
        </p:nvCxnSpPr>
        <p:spPr>
          <a:xfrm flipV="1">
            <a:off x="271775" y="3006703"/>
            <a:ext cx="2682848" cy="3761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D363037C-474F-EB3E-5B69-72F5F8AF85E6}"/>
              </a:ext>
            </a:extLst>
          </p:cNvPr>
          <p:cNvCxnSpPr>
            <a:cxnSpLocks/>
          </p:cNvCxnSpPr>
          <p:nvPr/>
        </p:nvCxnSpPr>
        <p:spPr>
          <a:xfrm flipV="1">
            <a:off x="271775" y="3728421"/>
            <a:ext cx="2622037" cy="6167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FD5049C8-1CAE-AE64-885E-09DDD02D58D2}"/>
              </a:ext>
            </a:extLst>
          </p:cNvPr>
          <p:cNvCxnSpPr>
            <a:cxnSpLocks/>
          </p:cNvCxnSpPr>
          <p:nvPr/>
        </p:nvCxnSpPr>
        <p:spPr>
          <a:xfrm flipV="1">
            <a:off x="1529421" y="4718050"/>
            <a:ext cx="1778000" cy="482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BC707B07-0BCD-228F-ED03-403A178E8A4A}"/>
              </a:ext>
            </a:extLst>
          </p:cNvPr>
          <p:cNvCxnSpPr>
            <a:cxnSpLocks/>
          </p:cNvCxnSpPr>
          <p:nvPr/>
        </p:nvCxnSpPr>
        <p:spPr>
          <a:xfrm flipV="1">
            <a:off x="1651000" y="5350510"/>
            <a:ext cx="1778000" cy="482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AACA39F5-5A78-1FC3-DDAC-540D9007D502}"/>
              </a:ext>
            </a:extLst>
          </p:cNvPr>
          <p:cNvSpPr txBox="1"/>
          <p:nvPr/>
        </p:nvSpPr>
        <p:spPr>
          <a:xfrm>
            <a:off x="1401088" y="6119716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提交</a:t>
            </a:r>
            <a:r>
              <a:rPr lang="en-US" altLang="zh-CN" sz="1200" b="1" dirty="0">
                <a:solidFill>
                  <a:srgbClr val="FF0000"/>
                </a:solidFill>
              </a:rPr>
              <a:t>ID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5A5BBD3C-7ADF-6301-597E-52162CA384CE}"/>
              </a:ext>
            </a:extLst>
          </p:cNvPr>
          <p:cNvSpPr txBox="1"/>
          <p:nvPr/>
        </p:nvSpPr>
        <p:spPr>
          <a:xfrm>
            <a:off x="1401088" y="6943738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参加</a:t>
            </a:r>
            <a:r>
              <a:rPr lang="en-US" altLang="zh-CN" sz="1200" b="1" dirty="0">
                <a:solidFill>
                  <a:srgbClr val="FF0000"/>
                </a:solidFill>
              </a:rPr>
              <a:t>ID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93823000-0467-541E-7551-DA15E73C0C34}"/>
              </a:ext>
            </a:extLst>
          </p:cNvPr>
          <p:cNvCxnSpPr>
            <a:cxnSpLocks/>
          </p:cNvCxnSpPr>
          <p:nvPr/>
        </p:nvCxnSpPr>
        <p:spPr>
          <a:xfrm flipV="1">
            <a:off x="2130552" y="7220737"/>
            <a:ext cx="1298448" cy="3734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7271FC54-5025-4EA7-9D43-5082BA93E030}"/>
              </a:ext>
            </a:extLst>
          </p:cNvPr>
          <p:cNvSpPr txBox="1"/>
          <p:nvPr/>
        </p:nvSpPr>
        <p:spPr>
          <a:xfrm>
            <a:off x="3343656" y="6924459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开始作答时间</a:t>
            </a:r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5A838DB3-C9CE-1F25-2B0A-E0341FFD8794}"/>
              </a:ext>
            </a:extLst>
          </p:cNvPr>
          <p:cNvCxnSpPr>
            <a:cxnSpLocks/>
          </p:cNvCxnSpPr>
          <p:nvPr/>
        </p:nvCxnSpPr>
        <p:spPr>
          <a:xfrm>
            <a:off x="1994083" y="6005948"/>
            <a:ext cx="129140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500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25EE9EC-2EAA-349C-7933-0A2C73E6F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7413349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6ABD0CBD-4E54-9763-1494-C50ABBE31FA6}"/>
              </a:ext>
            </a:extLst>
          </p:cNvPr>
          <p:cNvGrpSpPr/>
          <p:nvPr/>
        </p:nvGrpSpPr>
        <p:grpSpPr>
          <a:xfrm>
            <a:off x="3072384" y="329184"/>
            <a:ext cx="1645920" cy="201168"/>
            <a:chOff x="3072384" y="329184"/>
            <a:chExt cx="1645920" cy="201168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F658F3CA-6424-46D6-4B00-BDF009981F57}"/>
                </a:ext>
              </a:extLst>
            </p:cNvPr>
            <p:cNvCxnSpPr/>
            <p:nvPr/>
          </p:nvCxnSpPr>
          <p:spPr>
            <a:xfrm>
              <a:off x="3072384" y="329184"/>
              <a:ext cx="1645920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31E5CF8A-0673-69F0-ABB2-367E444E73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1152" y="329184"/>
              <a:ext cx="1548384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E93F593-BE4D-E2DA-7F1A-6D92734B0146}"/>
              </a:ext>
            </a:extLst>
          </p:cNvPr>
          <p:cNvSpPr txBox="1"/>
          <p:nvPr/>
        </p:nvSpPr>
        <p:spPr>
          <a:xfrm>
            <a:off x="463296" y="1115568"/>
            <a:ext cx="31085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学生属性添加：专业，入学年份，头像路径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BD1FFFD-6161-D360-4E95-621082A213B2}"/>
              </a:ext>
            </a:extLst>
          </p:cNvPr>
          <p:cNvGrpSpPr/>
          <p:nvPr/>
        </p:nvGrpSpPr>
        <p:grpSpPr>
          <a:xfrm>
            <a:off x="2109216" y="2331351"/>
            <a:ext cx="963168" cy="176784"/>
            <a:chOff x="3072384" y="329184"/>
            <a:chExt cx="1645920" cy="201168"/>
          </a:xfrm>
        </p:grpSpPr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89D4C8C-5D29-63E0-DD14-BBCA9C291DAC}"/>
                </a:ext>
              </a:extLst>
            </p:cNvPr>
            <p:cNvCxnSpPr/>
            <p:nvPr/>
          </p:nvCxnSpPr>
          <p:spPr>
            <a:xfrm>
              <a:off x="3072384" y="329184"/>
              <a:ext cx="1645920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8ABDD13B-3FE4-A970-070F-7D9AE32D94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1152" y="329184"/>
              <a:ext cx="1548384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F3CE284-7FB8-1653-8A39-880318FB0D71}"/>
              </a:ext>
            </a:extLst>
          </p:cNvPr>
          <p:cNvGrpSpPr/>
          <p:nvPr/>
        </p:nvGrpSpPr>
        <p:grpSpPr>
          <a:xfrm>
            <a:off x="3255264" y="2331351"/>
            <a:ext cx="963168" cy="176784"/>
            <a:chOff x="3072384" y="329184"/>
            <a:chExt cx="1645920" cy="201168"/>
          </a:xfrm>
        </p:grpSpPr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07DF1774-E8EB-5AD9-D6B4-EF4EDF8FD9A1}"/>
                </a:ext>
              </a:extLst>
            </p:cNvPr>
            <p:cNvCxnSpPr/>
            <p:nvPr/>
          </p:nvCxnSpPr>
          <p:spPr>
            <a:xfrm>
              <a:off x="3072384" y="329184"/>
              <a:ext cx="1645920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EBEAFDD-3020-8668-4FB9-DA421B9145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1152" y="329184"/>
              <a:ext cx="1548384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AD471572-51E2-BB26-D4D3-52933F405AFF}"/>
              </a:ext>
            </a:extLst>
          </p:cNvPr>
          <p:cNvSpPr txBox="1"/>
          <p:nvPr/>
        </p:nvSpPr>
        <p:spPr>
          <a:xfrm>
            <a:off x="681922" y="2142744"/>
            <a:ext cx="1498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“</a:t>
            </a:r>
            <a:r>
              <a:rPr lang="en-US" altLang="zh-CN" sz="1200" b="1" dirty="0">
                <a:solidFill>
                  <a:srgbClr val="FF0000"/>
                </a:solidFill>
              </a:rPr>
              <a:t>ID</a:t>
            </a:r>
            <a:r>
              <a:rPr lang="zh-CN" altLang="en-US" sz="1200" b="1" dirty="0">
                <a:solidFill>
                  <a:srgbClr val="FF0000"/>
                </a:solidFill>
              </a:rPr>
              <a:t>”改为“教学班</a:t>
            </a:r>
            <a:r>
              <a:rPr lang="en-US" altLang="zh-CN" sz="1200" b="1" dirty="0">
                <a:solidFill>
                  <a:srgbClr val="FF0000"/>
                </a:solidFill>
              </a:rPr>
              <a:t>ID</a:t>
            </a:r>
            <a:r>
              <a:rPr lang="zh-CN" altLang="en-US" sz="1200" b="1" dirty="0">
                <a:solidFill>
                  <a:srgbClr val="FF0000"/>
                </a:solidFill>
              </a:rPr>
              <a:t>”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1F8132A-4650-A742-8093-65A70E029DD5}"/>
              </a:ext>
            </a:extLst>
          </p:cNvPr>
          <p:cNvCxnSpPr>
            <a:cxnSpLocks/>
          </p:cNvCxnSpPr>
          <p:nvPr/>
        </p:nvCxnSpPr>
        <p:spPr>
          <a:xfrm>
            <a:off x="1595452" y="2568726"/>
            <a:ext cx="42211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A53AF6D1-5534-02FB-07E0-A1C59EDEE362}"/>
              </a:ext>
            </a:extLst>
          </p:cNvPr>
          <p:cNvSpPr txBox="1"/>
          <p:nvPr/>
        </p:nvSpPr>
        <p:spPr>
          <a:xfrm>
            <a:off x="193776" y="2770632"/>
            <a:ext cx="1986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“教学资源章节”改为“章节”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C331A7B-B2A5-448F-5D82-8C823FA77E7C}"/>
              </a:ext>
            </a:extLst>
          </p:cNvPr>
          <p:cNvCxnSpPr>
            <a:cxnSpLocks/>
          </p:cNvCxnSpPr>
          <p:nvPr/>
        </p:nvCxnSpPr>
        <p:spPr>
          <a:xfrm>
            <a:off x="521267" y="3275862"/>
            <a:ext cx="13314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A61E4E7-67E6-72EA-1955-1F74026521B4}"/>
              </a:ext>
            </a:extLst>
          </p:cNvPr>
          <p:cNvGrpSpPr/>
          <p:nvPr/>
        </p:nvGrpSpPr>
        <p:grpSpPr>
          <a:xfrm>
            <a:off x="3093720" y="3883152"/>
            <a:ext cx="632043" cy="131433"/>
            <a:chOff x="3072384" y="329184"/>
            <a:chExt cx="1645920" cy="201168"/>
          </a:xfrm>
        </p:grpSpPr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AED7343-25E9-BB40-8B37-F288B1C5B288}"/>
                </a:ext>
              </a:extLst>
            </p:cNvPr>
            <p:cNvCxnSpPr/>
            <p:nvPr/>
          </p:nvCxnSpPr>
          <p:spPr>
            <a:xfrm>
              <a:off x="3072384" y="329184"/>
              <a:ext cx="1645920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A7D84299-152C-B414-F6DB-782B515A44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1152" y="329184"/>
              <a:ext cx="1548384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6715740-E638-39F9-752D-675CC98A12C3}"/>
              </a:ext>
            </a:extLst>
          </p:cNvPr>
          <p:cNvGrpSpPr/>
          <p:nvPr/>
        </p:nvGrpSpPr>
        <p:grpSpPr>
          <a:xfrm>
            <a:off x="2967780" y="3640957"/>
            <a:ext cx="632043" cy="131433"/>
            <a:chOff x="3072384" y="329184"/>
            <a:chExt cx="1645920" cy="201168"/>
          </a:xfrm>
        </p:grpSpPr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87EC1DB5-7243-4DC5-A1D5-4C917EB27FB5}"/>
                </a:ext>
              </a:extLst>
            </p:cNvPr>
            <p:cNvCxnSpPr/>
            <p:nvPr/>
          </p:nvCxnSpPr>
          <p:spPr>
            <a:xfrm>
              <a:off x="3072384" y="329184"/>
              <a:ext cx="1645920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A1E9C478-F005-903A-166D-BD3DD31D6D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1152" y="329184"/>
              <a:ext cx="1548384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259C05D3-121A-A55A-4004-D0FC6B7CC0FB}"/>
              </a:ext>
            </a:extLst>
          </p:cNvPr>
          <p:cNvSpPr txBox="1"/>
          <p:nvPr/>
        </p:nvSpPr>
        <p:spPr>
          <a:xfrm>
            <a:off x="463295" y="3310128"/>
            <a:ext cx="2185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教学资源属性添加：上传时间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E9DF44E5-0825-46BA-79D9-94CAE83819FF}"/>
              </a:ext>
            </a:extLst>
          </p:cNvPr>
          <p:cNvGrpSpPr/>
          <p:nvPr/>
        </p:nvGrpSpPr>
        <p:grpSpPr>
          <a:xfrm>
            <a:off x="1779974" y="4574800"/>
            <a:ext cx="930618" cy="176785"/>
            <a:chOff x="3072384" y="329184"/>
            <a:chExt cx="1645920" cy="201168"/>
          </a:xfrm>
        </p:grpSpPr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1ABBA8E2-2F75-1943-C7D8-96E05405114B}"/>
                </a:ext>
              </a:extLst>
            </p:cNvPr>
            <p:cNvCxnSpPr/>
            <p:nvPr/>
          </p:nvCxnSpPr>
          <p:spPr>
            <a:xfrm>
              <a:off x="3072384" y="329184"/>
              <a:ext cx="1645920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C3850FF8-1A56-AB1A-01A8-6E9CCDBCEF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1152" y="329184"/>
              <a:ext cx="1548384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2EEABC8F-87C9-F607-2BEF-CC6F8F53385B}"/>
              </a:ext>
            </a:extLst>
          </p:cNvPr>
          <p:cNvSpPr txBox="1"/>
          <p:nvPr/>
        </p:nvSpPr>
        <p:spPr>
          <a:xfrm>
            <a:off x="340830" y="7091071"/>
            <a:ext cx="6356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12.</a:t>
            </a:r>
            <a:r>
              <a:rPr lang="zh-CN" altLang="en-US" sz="1600" b="1" dirty="0">
                <a:solidFill>
                  <a:srgbClr val="FF0000"/>
                </a:solidFill>
              </a:rPr>
              <a:t>讨论主题（主题</a:t>
            </a:r>
            <a:r>
              <a:rPr lang="en-US" altLang="zh-CN" sz="1600" b="1" dirty="0">
                <a:solidFill>
                  <a:srgbClr val="FF0000"/>
                </a:solidFill>
              </a:rPr>
              <a:t>ID</a:t>
            </a:r>
            <a:r>
              <a:rPr lang="zh-CN" altLang="en-US" sz="1600" b="1" dirty="0">
                <a:solidFill>
                  <a:srgbClr val="FF0000"/>
                </a:solidFill>
              </a:rPr>
              <a:t>，主题标题，主题内容，发布时间，发布者</a:t>
            </a:r>
            <a:r>
              <a:rPr lang="en-US" altLang="zh-CN" sz="1600" b="1" dirty="0">
                <a:solidFill>
                  <a:srgbClr val="FF0000"/>
                </a:solidFill>
              </a:rPr>
              <a:t>ID</a:t>
            </a:r>
            <a:r>
              <a:rPr lang="zh-CN" altLang="en-US" sz="1600" b="1" dirty="0">
                <a:solidFill>
                  <a:srgbClr val="FF0000"/>
                </a:solidFill>
              </a:rPr>
              <a:t>）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4F137F0A-70F2-9591-29C8-9487E8D115AE}"/>
              </a:ext>
            </a:extLst>
          </p:cNvPr>
          <p:cNvGrpSpPr/>
          <p:nvPr/>
        </p:nvGrpSpPr>
        <p:grpSpPr>
          <a:xfrm>
            <a:off x="2078810" y="5066024"/>
            <a:ext cx="845064" cy="176784"/>
            <a:chOff x="3072384" y="329184"/>
            <a:chExt cx="1645920" cy="201168"/>
          </a:xfrm>
        </p:grpSpPr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4F7860AA-F3F5-F4E0-E284-68A835F319E6}"/>
                </a:ext>
              </a:extLst>
            </p:cNvPr>
            <p:cNvCxnSpPr/>
            <p:nvPr/>
          </p:nvCxnSpPr>
          <p:spPr>
            <a:xfrm>
              <a:off x="3072384" y="329184"/>
              <a:ext cx="1645920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DE61E847-B213-8E74-B83A-D82F47165E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1152" y="329184"/>
              <a:ext cx="1548384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0BB24CD2-51C9-FC16-2A72-54E291F756B0}"/>
              </a:ext>
            </a:extLst>
          </p:cNvPr>
          <p:cNvSpPr txBox="1"/>
          <p:nvPr/>
        </p:nvSpPr>
        <p:spPr>
          <a:xfrm>
            <a:off x="1064036" y="4839976"/>
            <a:ext cx="1343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“</a:t>
            </a:r>
            <a:r>
              <a:rPr lang="en-US" altLang="zh-CN" sz="1200" b="1" dirty="0">
                <a:solidFill>
                  <a:srgbClr val="FF0000"/>
                </a:solidFill>
              </a:rPr>
              <a:t>ID</a:t>
            </a:r>
            <a:r>
              <a:rPr lang="zh-CN" altLang="en-US" sz="1200" b="1" dirty="0">
                <a:solidFill>
                  <a:srgbClr val="FF0000"/>
                </a:solidFill>
              </a:rPr>
              <a:t>”改为“试题</a:t>
            </a:r>
            <a:r>
              <a:rPr lang="en-US" altLang="zh-CN" sz="1200" b="1" dirty="0">
                <a:solidFill>
                  <a:srgbClr val="FF0000"/>
                </a:solidFill>
              </a:rPr>
              <a:t>ID</a:t>
            </a:r>
            <a:r>
              <a:rPr lang="zh-CN" altLang="en-US" sz="1200" b="1" dirty="0">
                <a:solidFill>
                  <a:srgbClr val="FF0000"/>
                </a:solidFill>
              </a:rPr>
              <a:t>”</a:t>
            </a: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05D3B3E-A5C3-2BA5-0655-0715A4E52E84}"/>
              </a:ext>
            </a:extLst>
          </p:cNvPr>
          <p:cNvCxnSpPr>
            <a:cxnSpLocks/>
          </p:cNvCxnSpPr>
          <p:nvPr/>
        </p:nvCxnSpPr>
        <p:spPr>
          <a:xfrm>
            <a:off x="1656695" y="5257310"/>
            <a:ext cx="42211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018F7124-7815-6228-990A-EF7488B5C291}"/>
              </a:ext>
            </a:extLst>
          </p:cNvPr>
          <p:cNvGrpSpPr/>
          <p:nvPr/>
        </p:nvGrpSpPr>
        <p:grpSpPr>
          <a:xfrm>
            <a:off x="2860627" y="5863494"/>
            <a:ext cx="767091" cy="148862"/>
            <a:chOff x="3072384" y="329184"/>
            <a:chExt cx="1645920" cy="201168"/>
          </a:xfrm>
        </p:grpSpPr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265BB684-2149-440C-CE0F-F368FECB0BE4}"/>
                </a:ext>
              </a:extLst>
            </p:cNvPr>
            <p:cNvCxnSpPr/>
            <p:nvPr/>
          </p:nvCxnSpPr>
          <p:spPr>
            <a:xfrm>
              <a:off x="3072384" y="329184"/>
              <a:ext cx="1645920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380C77B1-A8EC-3F9E-8211-AEB1FFFE4D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1152" y="329184"/>
              <a:ext cx="1548384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E7A695B-97FB-582A-ECA7-9DF73D8E9BD4}"/>
              </a:ext>
            </a:extLst>
          </p:cNvPr>
          <p:cNvGrpSpPr/>
          <p:nvPr/>
        </p:nvGrpSpPr>
        <p:grpSpPr>
          <a:xfrm>
            <a:off x="4102682" y="5835572"/>
            <a:ext cx="845064" cy="176784"/>
            <a:chOff x="3072384" y="329184"/>
            <a:chExt cx="1645920" cy="201168"/>
          </a:xfrm>
        </p:grpSpPr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5F7FF6EC-6312-E7CB-2CE8-C53F6FC7AE1A}"/>
                </a:ext>
              </a:extLst>
            </p:cNvPr>
            <p:cNvCxnSpPr/>
            <p:nvPr/>
          </p:nvCxnSpPr>
          <p:spPr>
            <a:xfrm>
              <a:off x="3072384" y="329184"/>
              <a:ext cx="1645920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314188C9-F189-3571-C5DB-DDBDC6B06C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1152" y="329184"/>
              <a:ext cx="1548384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62F7C9BA-8A1E-F161-693F-C9C3D73ADF9C}"/>
              </a:ext>
            </a:extLst>
          </p:cNvPr>
          <p:cNvSpPr txBox="1"/>
          <p:nvPr/>
        </p:nvSpPr>
        <p:spPr>
          <a:xfrm>
            <a:off x="973102" y="5686567"/>
            <a:ext cx="13420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“</a:t>
            </a:r>
            <a:r>
              <a:rPr lang="en-US" altLang="zh-CN" sz="1200" b="1" dirty="0">
                <a:solidFill>
                  <a:srgbClr val="FF0000"/>
                </a:solidFill>
              </a:rPr>
              <a:t>ID</a:t>
            </a:r>
            <a:r>
              <a:rPr lang="zh-CN" altLang="en-US" sz="1200" b="1" dirty="0">
                <a:solidFill>
                  <a:srgbClr val="FF0000"/>
                </a:solidFill>
              </a:rPr>
              <a:t>”改为“试卷</a:t>
            </a:r>
            <a:r>
              <a:rPr lang="en-US" altLang="zh-CN" sz="1200" b="1" dirty="0">
                <a:solidFill>
                  <a:srgbClr val="FF0000"/>
                </a:solidFill>
              </a:rPr>
              <a:t>ID</a:t>
            </a:r>
            <a:r>
              <a:rPr lang="zh-CN" altLang="en-US" sz="1200" b="1" dirty="0">
                <a:solidFill>
                  <a:srgbClr val="FF0000"/>
                </a:solidFill>
              </a:rPr>
              <a:t>”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A860F90-2BF2-D76B-40BF-9B25690594F1}"/>
              </a:ext>
            </a:extLst>
          </p:cNvPr>
          <p:cNvSpPr txBox="1"/>
          <p:nvPr/>
        </p:nvSpPr>
        <p:spPr>
          <a:xfrm>
            <a:off x="340830" y="5524253"/>
            <a:ext cx="40446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试卷属性添加：创建时间 、试卷状态 </a:t>
            </a:r>
            <a:r>
              <a:rPr lang="en-US" altLang="zh-CN" sz="1200" b="1" dirty="0">
                <a:solidFill>
                  <a:srgbClr val="FF0000"/>
                </a:solidFill>
              </a:rPr>
              <a:t>(</a:t>
            </a:r>
            <a:r>
              <a:rPr lang="zh-CN" altLang="en-US" sz="1200" b="1" dirty="0">
                <a:solidFill>
                  <a:srgbClr val="FF0000"/>
                </a:solidFill>
              </a:rPr>
              <a:t>如：草稿、已发布</a:t>
            </a:r>
            <a:r>
              <a:rPr lang="en-US" altLang="zh-CN" sz="1200" b="1" dirty="0">
                <a:solidFill>
                  <a:srgbClr val="FF0000"/>
                </a:solidFill>
              </a:rPr>
              <a:t>)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AFD0529-43B4-D6DA-116B-605F872493BD}"/>
              </a:ext>
            </a:extLst>
          </p:cNvPr>
          <p:cNvSpPr txBox="1"/>
          <p:nvPr/>
        </p:nvSpPr>
        <p:spPr>
          <a:xfrm>
            <a:off x="549577" y="625776"/>
            <a:ext cx="2185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教师属性添加：教师创建时间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91B5B67-C82F-864D-E8C4-6F912FED8F40}"/>
              </a:ext>
            </a:extLst>
          </p:cNvPr>
          <p:cNvSpPr txBox="1"/>
          <p:nvPr/>
        </p:nvSpPr>
        <p:spPr>
          <a:xfrm>
            <a:off x="545323" y="1627999"/>
            <a:ext cx="2185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课程属性添加：课程创建时间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1ECD524-56AC-43D7-F21A-CFA6045D6748}"/>
              </a:ext>
            </a:extLst>
          </p:cNvPr>
          <p:cNvSpPr txBox="1"/>
          <p:nvPr/>
        </p:nvSpPr>
        <p:spPr>
          <a:xfrm>
            <a:off x="903249" y="6291981"/>
            <a:ext cx="13420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“</a:t>
            </a:r>
            <a:r>
              <a:rPr lang="en-US" altLang="zh-CN" sz="1200" b="1" dirty="0">
                <a:solidFill>
                  <a:srgbClr val="FF0000"/>
                </a:solidFill>
              </a:rPr>
              <a:t>ID</a:t>
            </a:r>
            <a:r>
              <a:rPr lang="zh-CN" altLang="en-US" sz="1200" b="1" dirty="0">
                <a:solidFill>
                  <a:srgbClr val="FF0000"/>
                </a:solidFill>
              </a:rPr>
              <a:t>”改为“考试</a:t>
            </a:r>
            <a:r>
              <a:rPr lang="en-US" altLang="zh-CN" sz="1200" b="1" dirty="0">
                <a:solidFill>
                  <a:srgbClr val="FF0000"/>
                </a:solidFill>
              </a:rPr>
              <a:t>ID</a:t>
            </a:r>
            <a:r>
              <a:rPr lang="zh-CN" altLang="en-US" sz="1200" b="1" dirty="0">
                <a:solidFill>
                  <a:srgbClr val="FF0000"/>
                </a:solidFill>
              </a:rPr>
              <a:t>”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81C8F5AA-B2AA-5170-7822-019E08E4FA0C}"/>
              </a:ext>
            </a:extLst>
          </p:cNvPr>
          <p:cNvGrpSpPr/>
          <p:nvPr/>
        </p:nvGrpSpPr>
        <p:grpSpPr>
          <a:xfrm>
            <a:off x="2137754" y="6528814"/>
            <a:ext cx="1038519" cy="148862"/>
            <a:chOff x="3072384" y="329184"/>
            <a:chExt cx="1645920" cy="201168"/>
          </a:xfrm>
        </p:grpSpPr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E9B42433-C743-B40B-DAE6-FCE20709CE35}"/>
                </a:ext>
              </a:extLst>
            </p:cNvPr>
            <p:cNvCxnSpPr/>
            <p:nvPr/>
          </p:nvCxnSpPr>
          <p:spPr>
            <a:xfrm>
              <a:off x="3072384" y="329184"/>
              <a:ext cx="1645920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64C8F9A3-2F23-E7B3-FF90-598EF3E09D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1152" y="329184"/>
              <a:ext cx="1548384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B2414F55-48F4-B364-61D3-D21831229794}"/>
              </a:ext>
            </a:extLst>
          </p:cNvPr>
          <p:cNvGrpSpPr/>
          <p:nvPr/>
        </p:nvGrpSpPr>
        <p:grpSpPr>
          <a:xfrm>
            <a:off x="3283801" y="6528814"/>
            <a:ext cx="767091" cy="148862"/>
            <a:chOff x="3072384" y="329184"/>
            <a:chExt cx="1645920" cy="201168"/>
          </a:xfrm>
        </p:grpSpPr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1CA12224-7F63-FC2D-1D9E-577AB9952BDD}"/>
                </a:ext>
              </a:extLst>
            </p:cNvPr>
            <p:cNvCxnSpPr/>
            <p:nvPr/>
          </p:nvCxnSpPr>
          <p:spPr>
            <a:xfrm>
              <a:off x="3072384" y="329184"/>
              <a:ext cx="1645920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99ADA41E-537C-436D-8EE5-89906DBC44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1152" y="329184"/>
              <a:ext cx="1548384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D2976D7E-71C9-4264-5281-9B5EDAC3B606}"/>
              </a:ext>
            </a:extLst>
          </p:cNvPr>
          <p:cNvGrpSpPr/>
          <p:nvPr/>
        </p:nvGrpSpPr>
        <p:grpSpPr>
          <a:xfrm>
            <a:off x="3261073" y="6809942"/>
            <a:ext cx="767091" cy="148862"/>
            <a:chOff x="3072384" y="329184"/>
            <a:chExt cx="1645920" cy="201168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609950A0-16AC-0D47-076E-703ADCBED519}"/>
                </a:ext>
              </a:extLst>
            </p:cNvPr>
            <p:cNvCxnSpPr/>
            <p:nvPr/>
          </p:nvCxnSpPr>
          <p:spPr>
            <a:xfrm>
              <a:off x="3072384" y="329184"/>
              <a:ext cx="1645920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04EF8763-3944-2765-FAFE-BD2CDD5D0B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1152" y="329184"/>
              <a:ext cx="1548384" cy="20116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F8FA05C5-F7E1-7947-28A2-C357C0EC0046}"/>
              </a:ext>
            </a:extLst>
          </p:cNvPr>
          <p:cNvCxnSpPr>
            <a:cxnSpLocks/>
          </p:cNvCxnSpPr>
          <p:nvPr/>
        </p:nvCxnSpPr>
        <p:spPr>
          <a:xfrm>
            <a:off x="903249" y="6623830"/>
            <a:ext cx="42211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8082D8A4-F625-DE5B-1994-48937ED09CC7}"/>
              </a:ext>
            </a:extLst>
          </p:cNvPr>
          <p:cNvSpPr txBox="1"/>
          <p:nvPr/>
        </p:nvSpPr>
        <p:spPr>
          <a:xfrm>
            <a:off x="319994" y="7486084"/>
            <a:ext cx="5306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13.</a:t>
            </a:r>
            <a:r>
              <a:rPr lang="zh-CN" altLang="en-US" sz="1600" b="1" dirty="0">
                <a:solidFill>
                  <a:srgbClr val="FF0000"/>
                </a:solidFill>
              </a:rPr>
              <a:t>讨论回复（回复</a:t>
            </a:r>
            <a:r>
              <a:rPr lang="en-US" altLang="zh-CN" sz="1600" b="1" dirty="0">
                <a:solidFill>
                  <a:srgbClr val="FF0000"/>
                </a:solidFill>
              </a:rPr>
              <a:t>ID</a:t>
            </a:r>
            <a:r>
              <a:rPr lang="zh-CN" altLang="en-US" sz="1600" b="1" dirty="0">
                <a:solidFill>
                  <a:srgbClr val="FF0000"/>
                </a:solidFill>
              </a:rPr>
              <a:t>，回复内容，发布时间，发布者</a:t>
            </a:r>
            <a:r>
              <a:rPr lang="en-US" altLang="zh-CN" sz="1600" b="1" dirty="0">
                <a:solidFill>
                  <a:srgbClr val="FF0000"/>
                </a:solidFill>
              </a:rPr>
              <a:t>ID</a:t>
            </a:r>
            <a:r>
              <a:rPr lang="zh-CN" altLang="en-US" sz="1600" b="1" dirty="0">
                <a:solidFill>
                  <a:srgbClr val="FF0000"/>
                </a:solidFill>
              </a:rPr>
              <a:t>）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332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270</TotalTime>
  <Words>163</Words>
  <Application>Microsoft Office PowerPoint</Application>
  <PresentationFormat>A4 纸张(210x297 毫米)</PresentationFormat>
  <Paragraphs>30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一诺 王</dc:creator>
  <cp:lastModifiedBy>一诺 王</cp:lastModifiedBy>
  <cp:revision>4</cp:revision>
  <dcterms:created xsi:type="dcterms:W3CDTF">2025-12-28T08:46:27Z</dcterms:created>
  <dcterms:modified xsi:type="dcterms:W3CDTF">2025-12-29T01:58:12Z</dcterms:modified>
</cp:coreProperties>
</file>